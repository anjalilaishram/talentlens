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800" b="1">
                <a:solidFill>
                  <a:srgbClr val="1A2B3C"/>
                </a:solidFill>
                <a:latin typeface="Helvetica"/>
              </a:rPr>
              <a:t>TalentLens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9D8F"/>
                </a:solidFill>
                <a:latin typeface="Helvetica"/>
              </a:rPr>
              <a:t>Intelligent Candidate Discovery &amp; Ranking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B7B"/>
                </a:solidFill>
                <a:latin typeface="Helvetica"/>
              </a:rPr>
              <a:t>Rank on meaning, not keywords - then discount by credibility and reachability.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Helvetica"/>
              </a:rPr>
              <a:t>India Runs on Data &amp; AI  ·  config-driven  ·  embeddings-based  ·  CPU-friendly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2B3C"/>
                </a:solidFill>
                <a:latin typeface="Helvetica"/>
              </a:rPr>
              <a:t>The dataset is a trap for keyword matchers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B3C"/>
                </a:solidFill>
                <a:latin typeface="Helvetica"/>
              </a:rPr>
              <a:t>A “Marketing Manager” who pasted Pinecone / RAG / FAISS into skills is NOT a fit.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B3C"/>
                </a:solidFill>
                <a:latin typeface="Helvetica"/>
              </a:rPr>
              <a:t>A real engineer who built a recommender at a product company - but never wrote “RAG” - IS a fit.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B3C"/>
                </a:solidFill>
                <a:latin typeface="Helvetica"/>
              </a:rPr>
              <a:t>Dormant for 6 months with a 5% response rate? Not actually reachable - down-weight.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F9D8F"/>
                </a:solidFill>
                <a:latin typeface="Helvetica"/>
              </a:rPr>
              <a:t>So we never score keywords. We score intent, then multiply by how much we can trust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2B3C"/>
                </a:solidFill>
                <a:latin typeface="Helvetica"/>
              </a:rPr>
              <a:t>One readable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F9D8F"/>
                </a:solidFill>
                <a:latin typeface="Helvetica"/>
              </a:rPr>
              <a:t>fit = (0.55·semantic + 0.30·skill_coverage + 0.15·seniority) × credibility × availability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6032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24912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9D8F"/>
                </a:solidFill>
                <a:latin typeface="Helvetica"/>
              </a:rPr>
              <a:t>semantic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A2B3C"/>
                </a:solidFill>
                <a:latin typeface="Helvetica"/>
              </a:rPr>
              <a:t>MiniLM cosine between the candidate’s career and the JD’s intent. Finds fits who skip the buzzwords.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7992" y="256032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2724912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9D8F"/>
                </a:solidFill>
                <a:latin typeface="Helvetica"/>
              </a:rPr>
              <a:t>skill_coverage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A2B3C"/>
                </a:solidFill>
                <a:latin typeface="Helvetica"/>
              </a:rPr>
              <a:t>How many of the 4 must-have families (retrieval, vector search, ranking, evaluation) are evidenced.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3024" y="256032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1624" y="2724912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9D8F"/>
                </a:solidFill>
                <a:latin typeface="Helvetica"/>
              </a:rPr>
              <a:t>seniority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A2B3C"/>
                </a:solidFill>
                <a:latin typeface="Helvetica"/>
              </a:rPr>
              <a:t>Triangular fit: peaks at 6-8y, in-band 5-9y, soft outside.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48056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645152"/>
            <a:ext cx="4937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9D8F"/>
                </a:solidFill>
                <a:latin typeface="Helvetica"/>
              </a:rPr>
              <a:t>credibility ×0.15-1.0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A2B3C"/>
                </a:solidFill>
                <a:latin typeface="Helvetica"/>
              </a:rPr>
              <a:t>Off-domain title + no eng history → ×0.18. “Expert” with 0 months → ×0.6. Services-only, fabricated tenure, LangChain-only → smaller hits.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4480560"/>
            <a:ext cx="52852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4645152"/>
            <a:ext cx="482803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9D8F"/>
                </a:solidFill>
                <a:latin typeface="Helvetica"/>
              </a:rPr>
              <a:t>availability ×0.55-1.0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A2B3C"/>
                </a:solidFill>
                <a:latin typeface="Helvetica"/>
              </a:rPr>
              <a:t>Last-active recency, recruiter-response rate, open-to-work. Down-weights the unreachable - gently.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2B3C"/>
                </a:solidFill>
                <a:latin typeface="Helvetica"/>
              </a:rPr>
              <a:t>The role lives in files, not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9D8F"/>
                </a:solidFill>
                <a:latin typeface="Helvetica"/>
              </a:rPr>
              <a:t>jobs/&lt;role&gt;/description.md  +  spec.json  →  drop a new folder, rank a new role.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5176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816352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9D8F"/>
                </a:solidFill>
                <a:latin typeface="Helvetica"/>
              </a:rPr>
              <a:t>description.md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A2B3C"/>
                </a:solidFill>
                <a:latin typeface="Helvetica"/>
              </a:rPr>
              <a:t>The full JD in plain Markdown. Embedded verbatim, so the match captures intent - “shipped retrieval at a product company, not a researcher or title-chaser.”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382512" y="2651760"/>
            <a:ext cx="528523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816352"/>
            <a:ext cx="482803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9D8F"/>
                </a:solidFill>
                <a:latin typeface="Helvetica"/>
              </a:rPr>
              <a:t>spec.json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A2B3C"/>
                </a:solidFill>
                <a:latin typeface="Helvetica"/>
              </a:rPr>
              <a:t>Skill families, scoring weights, seniority band and the credibility rules (off-domain titles, services firms, framework-only). Tune the role without touching the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2B3C"/>
                </a:solidFill>
                <a:latin typeface="Helvetica"/>
              </a:rPr>
              <a:t>Why multiplicative beats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2B3C"/>
                </a:solidFill>
                <a:latin typeface="Helvetica"/>
              </a:rPr>
              <a:t>Hard filters silently drop people. We never drop - every candidate keeps a score and a reason.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2B3C"/>
                </a:solidFill>
                <a:latin typeface="Helvetica"/>
              </a:rPr>
              <a:t>A keyword-stuffer can have a high semantic score, but ×0.18 credibility pins them to the bottom: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F9D8F"/>
                </a:solidFill>
                <a:latin typeface="Helvetica"/>
              </a:rPr>
              <a:t>✔  Recommendation Systems Engineer @ Swiggy  -  fit 1.00, 4/4 must-haves, active, 91% response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C0522B"/>
                </a:solidFill>
                <a:latin typeface="Helvetica"/>
              </a:rPr>
              <a:t>⚠  Marketing Manager @ Acme with FAISS/RAG in skills  -  fit ~0.00, no eng role in career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2B3C"/>
                </a:solidFill>
                <a:latin typeface="Helvetica"/>
              </a:rPr>
              <a:t>Built to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93392"/>
            <a:ext cx="3063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9D8F"/>
                </a:solidFill>
                <a:latin typeface="Helvetica"/>
              </a:rPr>
              <a:t>compact &amp; auditable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A2B3C"/>
                </a:solidFill>
                <a:latin typeface="Helvetica"/>
              </a:rPr>
              <a:t>One engine file + a job folder. The score is four arithmetic terms you can verify by eye, with a reason per candidate.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07992" y="182880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36592" y="1993392"/>
            <a:ext cx="3063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9D8F"/>
                </a:solidFill>
                <a:latin typeface="Helvetica"/>
              </a:rPr>
              <a:t>embeddings, cached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A2B3C"/>
                </a:solidFill>
                <a:latin typeface="Helvetica"/>
              </a:rPr>
              <a:t>sentence-transformers MiniLM, auto GPU/CPU. Encodes once and caches to disk; full 100K pool in ~2-3 min on a Colab GPU.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3024" y="182880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1624" y="1993392"/>
            <a:ext cx="3063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9D8F"/>
                </a:solidFill>
                <a:latin typeface="Helvetica"/>
              </a:rPr>
              <a:t>Docker + Colab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A2B3C"/>
                </a:solidFill>
                <a:latin typeface="Helvetica"/>
              </a:rPr>
              <a:t>Reproducible Dockerfile and a one-click Colab that pulls the dataset from Drive and ranks every candidate.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800" b="1">
                <a:solidFill>
                  <a:srgbClr val="1A2B3C"/>
                </a:solidFill>
                <a:latin typeface="Helvetica"/>
              </a:rPr>
              <a:t>Rank on meaning. Trust by evidence.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1F9D8F"/>
                </a:solidFill>
                <a:latin typeface="Helvetica"/>
              </a:rPr>
              <a:t>python rank.py --job jobs/senior_ai_engineer --candidates candidates.jsonl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